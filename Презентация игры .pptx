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EBD42-9EDD-419A-9094-3269B948E49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2EB54-E009-4BA0-B4BA-E8C2518AC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42EB54-E009-4BA0-B4BA-E8C2518AC15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43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43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77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91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13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54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81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8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19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9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97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DC466-57E4-4B4C-8D61-468EEB11DAC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4289A-4F17-4003-9FD7-970E34D8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19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0184" y="1122363"/>
            <a:ext cx="3925078" cy="2387600"/>
          </a:xfrm>
        </p:spPr>
        <p:txBody>
          <a:bodyPr>
            <a:normAutofit/>
          </a:bodyPr>
          <a:lstStyle/>
          <a:p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игры </a:t>
            </a:r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«Математический </a:t>
            </a:r>
            <a:r>
              <a:rPr lang="ru-RU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филворд</a:t>
            </a:r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000" y="4982782"/>
            <a:ext cx="3925078" cy="1655762"/>
          </a:xfrm>
        </p:spPr>
        <p:txBody>
          <a:bodyPr/>
          <a:lstStyle/>
          <a:p>
            <a:pPr algn="l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l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Покацкий </a:t>
            </a:r>
          </a:p>
          <a:p>
            <a:pPr algn="l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Тимофей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avatars.mds.yandex.net/i?id=809e7e66529a9b02d70b7d26a8c6d7be9892fda0-5888917-images-thumbs&amp;n=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5" r="13402"/>
          <a:stretch/>
        </p:blipFill>
        <p:spPr bwMode="auto">
          <a:xfrm>
            <a:off x="5673011" y="0"/>
            <a:ext cx="6830009" cy="76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57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t="8898"/>
          <a:stretch/>
        </p:blipFill>
        <p:spPr>
          <a:xfrm>
            <a:off x="-3043826" y="-316373"/>
            <a:ext cx="18703456" cy="859057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86003" y="65593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1933" y="2277918"/>
            <a:ext cx="10515600" cy="4351338"/>
          </a:xfrm>
        </p:spPr>
        <p:txBody>
          <a:bodyPr/>
          <a:lstStyle/>
          <a:p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Подготовка к ОГЭ по математике требует регулярной тренировки вычислительных навыков, но обычные тренажёры быстро надоедают школьникам</a:t>
            </a:r>
            <a:r>
              <a:rPr lang="ru-RU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Игровая форма обучения повышает мотивацию и делает процесс подготовки более увлекательным.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00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65782" y="-799097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992" y="230487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Разработать интерактивную обучающую игру «Математический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филворд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для тренировки вычислительных навыков.</a:t>
            </a:r>
          </a:p>
          <a:p>
            <a:pPr marL="0" indent="0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алгоритм генерации игрового поля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три уровня сложности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систему выделения и проверки примеров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таймер и подсказки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Оформить главное меню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финальное тестирование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596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56076" y="-866004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2800" y="1458886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Уникальность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8" y="31323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Чем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отличается от обычных тренажёров?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простого решения примеров игрок ищет их на поле в формате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филворда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Это развивает не только вычислительные навыки, но и внимание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тренирует действия с числами, степени, корни, порядок действий. Это делает её полезным развлечением.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27106" t="2258" r="11341" b="5129"/>
          <a:stretch/>
        </p:blipFill>
        <p:spPr>
          <a:xfrm>
            <a:off x="694978" y="130270"/>
            <a:ext cx="1799780" cy="270792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2" r="22842" b="3206"/>
          <a:stretch/>
        </p:blipFill>
        <p:spPr>
          <a:xfrm>
            <a:off x="9485523" y="130270"/>
            <a:ext cx="1725054" cy="270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4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70114" y="-776794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6688" y="223024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5174" y="1424377"/>
            <a:ext cx="11483899" cy="664531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ru-RU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1. Выбор инструмента</a:t>
            </a:r>
            <a:endParaRPr lang="ru-RU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игры был выбран язык программирования </a:t>
            </a:r>
            <a:r>
              <a:rPr lang="ru-RU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библиотека </a:t>
            </a:r>
            <a:r>
              <a:rPr lang="ru-RU" sz="7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Flet</a:t>
            </a:r>
            <a:r>
              <a:rPr lang="ru-RU" sz="7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даёт </a:t>
            </a:r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легко создавать графический интерфейс. В качестве среды разработки использовалась </a:t>
            </a:r>
            <a:r>
              <a:rPr lang="ru-RU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2. Проектирование</a:t>
            </a:r>
            <a:endParaRPr lang="ru-RU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каркас игры: игровое поле, список ответов, счёт очков. Спроектированы алгоритмы генерации игрового поля с размещением примеров извилистыми путями, а также логика проверки выделенных примеров и подсчёта очков.</a:t>
            </a:r>
          </a:p>
          <a:p>
            <a:pPr marL="0" indent="0">
              <a:buNone/>
            </a:pPr>
            <a:r>
              <a:rPr lang="ru-RU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3. Создание интерфейса</a:t>
            </a:r>
            <a:endParaRPr lang="ru-RU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</a:t>
            </a:r>
            <a:r>
              <a:rPr lang="ru-RU" sz="7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</a:t>
            </a:r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меню с выбором уровня сложности. Созданы кнопки «Правила» и «Об игре». Реализован список найденных ответов слева, счёт и таймер в верхней панели.</a:t>
            </a:r>
          </a:p>
          <a:p>
            <a:pPr marL="0" indent="0">
              <a:buNone/>
            </a:pPr>
            <a:r>
              <a:rPr lang="ru-RU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4. Исправление ошибок</a:t>
            </a:r>
            <a:endParaRPr lang="ru-RU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тестирования были выявлены и исправлены ошибки: </a:t>
            </a:r>
            <a:r>
              <a:rPr lang="ru-RU" sz="7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</a:t>
            </a:r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обработкой кликов </a:t>
            </a:r>
            <a:r>
              <a:rPr lang="ru-RU" sz="7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мышкой, проблемы </a:t>
            </a:r>
            <a:r>
              <a:rPr lang="ru-RU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возвратом в главное </a:t>
            </a:r>
            <a:r>
              <a:rPr lang="ru-RU" sz="7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меню и т.д.</a:t>
            </a:r>
            <a:endParaRPr lang="ru-RU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40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56075" y="-866004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Создана полностью рабочая игра «Математический </a:t>
            </a:r>
            <a:r>
              <a:rPr lang="ru-RU" dirty="0" err="1"/>
              <a:t>филворд</a:t>
            </a:r>
            <a:r>
              <a:rPr lang="ru-RU" dirty="0"/>
              <a:t>», которая включает:</a:t>
            </a:r>
          </a:p>
          <a:p>
            <a:r>
              <a:rPr lang="ru-RU" dirty="0"/>
              <a:t>Три уровня сложности (простой, средний, сложный)</a:t>
            </a:r>
          </a:p>
          <a:p>
            <a:r>
              <a:rPr lang="ru-RU" dirty="0"/>
              <a:t>Генерацию случайного игрового поля с извилистыми примерами</a:t>
            </a:r>
          </a:p>
          <a:p>
            <a:r>
              <a:rPr lang="ru-RU" dirty="0"/>
              <a:t>Систему выделения примеров мышкой</a:t>
            </a:r>
          </a:p>
          <a:p>
            <a:r>
              <a:rPr lang="ru-RU" dirty="0"/>
              <a:t>Подсчёт очков и таймер</a:t>
            </a:r>
          </a:p>
          <a:p>
            <a:r>
              <a:rPr lang="ru-RU" dirty="0"/>
              <a:t>Кнопку подсказки</a:t>
            </a:r>
          </a:p>
          <a:p>
            <a:r>
              <a:rPr lang="ru-RU" dirty="0"/>
              <a:t>Главное меню с выбором уровня сложности, правилами и информацией об игре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300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56075" y="-866004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0727" y="500062"/>
            <a:ext cx="10515600" cy="1325563"/>
          </a:xfrm>
        </p:spPr>
        <p:txBody>
          <a:bodyPr>
            <a:normAutofit/>
          </a:bodyPr>
          <a:lstStyle/>
          <a:p>
            <a:r>
              <a:rPr lang="ru-RU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  <a:endParaRPr lang="ru-RU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Игра помогает подготовиться к ОГЭ по математике в увлекательной форме. Тренируются вычислительные навыки, действия со степенями и корнями, порядок действий.</a:t>
            </a:r>
          </a:p>
          <a:p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Игровой процесс повышает мотивацию и делает занятия менее скучными. Вместо обычных примеров школьник ищет примеры на поле в формате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филворда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развивает не только математические способности, но и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270919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56075" y="-866004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57654" y="185328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  <a:endParaRPr lang="ru-RU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776" y="1937138"/>
            <a:ext cx="11729224" cy="4697838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новых функций</a:t>
            </a:r>
          </a:p>
          <a:p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рекордов для лучших результатов</a:t>
            </a: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Звуковые эффекты и фоновая музыка</a:t>
            </a: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«Экзамен» с ограничением времени</a:t>
            </a: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контента</a:t>
            </a:r>
          </a:p>
          <a:p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Новые уровни сложности и новый функционал</a:t>
            </a: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Больше математических примеров</a:t>
            </a: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по геометрии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22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56075" y="-866004"/>
            <a:ext cx="18704149" cy="85900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</a:t>
            </a:r>
            <a:endParaRPr lang="ru-RU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игра «Математический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филворд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полностью соответствует поставленной цели и задачам.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проста в использовании, имеет понятный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таймера и подсказок делает процесс обучения более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эффективным.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проекта заключается в том, что игра может быть использована как дополнительный инструмент для подготовки к ОГЭ по математике как в школе, так и дома.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дальнейшем планируется расширение функционала: добавление таблицы рекордов, звуковых эффектов и новых типов заданий.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проект можно считать успешно завершённым, а его результат — полезным и востребованным.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771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349</Words>
  <Application>Microsoft Office PowerPoint</Application>
  <PresentationFormat>Широкоэкранный</PresentationFormat>
  <Paragraphs>63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Создание игры «Математический филворд»</vt:lpstr>
      <vt:lpstr>Актуальность </vt:lpstr>
      <vt:lpstr>Цель и задачи</vt:lpstr>
      <vt:lpstr>Уникальность проекта </vt:lpstr>
      <vt:lpstr>Ход работы </vt:lpstr>
      <vt:lpstr>Результат </vt:lpstr>
      <vt:lpstr>Практическая значимость</vt:lpstr>
      <vt:lpstr>Перспективы развития</vt:lpstr>
      <vt:lpstr>Заключение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</cp:revision>
  <dcterms:created xsi:type="dcterms:W3CDTF">2026-03-29T08:21:11Z</dcterms:created>
  <dcterms:modified xsi:type="dcterms:W3CDTF">2026-03-29T10:00:08Z</dcterms:modified>
</cp:coreProperties>
</file>